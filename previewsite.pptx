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2"/>
  </p:normalViewPr>
  <p:slideViewPr>
    <p:cSldViewPr snapToGrid="0">
      <p:cViewPr varScale="1">
        <p:scale>
          <a:sx n="114" d="100"/>
          <a:sy n="114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D4FF69-1E6A-7688-0A15-45C313DE6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91930FE-2A41-352C-34E9-3D0B3A310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C4B11F-0283-BC34-DFF2-84525D36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CB55C-EC1C-A44B-A25C-0686FFCB9BB4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D3FD63-E05D-82FD-A890-C73378C8F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7A4320-25E0-E80B-2D66-A38BD49B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E61C4-B23C-0B4F-83E2-8F84E14B29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8571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0781E1-6B3A-4786-D054-7DC63E8B3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DA3950-2312-A6E0-959B-B1085B685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637FBE-0CBA-3C7E-7FAD-C4D12F8C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CB55C-EC1C-A44B-A25C-0686FFCB9BB4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B87AB3-9D03-D550-EA5C-101C4D932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1CC4DD-4E8C-F7A2-1049-7C1282717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E61C4-B23C-0B4F-83E2-8F84E14B29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726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1895DE-58D9-F209-69F0-EC783BC46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EF06A8-8C7A-84AE-3A87-C23EF323B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BB2657-A5DD-C27D-8227-1135673C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CB55C-EC1C-A44B-A25C-0686FFCB9BB4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0C3E2F-7334-FDA2-8C82-30CB44E3A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5ECDD6-8472-64DE-32D4-357C5A53E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E61C4-B23C-0B4F-83E2-8F84E14B29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794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DC8226-12B5-B9A0-EF6C-A0938A453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35657D-2A84-B1B5-51F1-6973222BD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2FD8B6-4764-2AF2-33D3-8F014BB7F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8A2DD7-DE36-B76A-4E77-94B7559E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CB55C-EC1C-A44B-A25C-0686FFCB9BB4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533D4FC-E3D5-4E92-C6AC-3E9BBE4D7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73D797-77F3-946D-78AE-77AB17B30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E61C4-B23C-0B4F-83E2-8F84E14B29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2983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A429BD-776C-38ED-C679-0DB5ABDC8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B73180-89B1-626A-D0A4-2E8D54653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D16312-A6DB-403A-C624-542CD2B12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7A9A682-2862-7B19-6438-B63A3DC7B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7FBD082-80A3-FA57-4C47-1C44AC4B2D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5D3E5DE-7564-697E-8F15-DD4D773F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CB55C-EC1C-A44B-A25C-0686FFCB9BB4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C08201A-5F2C-EBD8-0E0E-0BC8B5E4A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BB5B2A6-59D9-9884-0247-B7F71ED2B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E61C4-B23C-0B4F-83E2-8F84E14B29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3567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956E46-1E4A-D8ED-44E8-57ABA8B8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6DE7C2-64A6-974F-AC2D-5D016CCE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CB55C-EC1C-A44B-A25C-0686FFCB9BB4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71CFF7-AD18-1E93-2347-0194F185A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D2120A-133C-F766-FF2F-7C2FCCCE9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E61C4-B23C-0B4F-83E2-8F84E14B29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729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68739E-969B-6B81-3693-FAADF4D0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CB55C-EC1C-A44B-A25C-0686FFCB9BB4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FAD09AC-F9CF-DCAA-91B9-EE79175E4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D6E751-F224-E363-753A-DFEC4651A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E61C4-B23C-0B4F-83E2-8F84E14B29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52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5DE012-8740-5684-407F-98A2F51A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1E22C3-73F3-F309-115A-77412ED84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0F5B3B7-0062-C6AC-86A2-49F2DF3C0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9EC99D-5FE6-9A53-EBA5-987E75734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CB55C-EC1C-A44B-A25C-0686FFCB9BB4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973835-F6D2-AE9D-E96E-92F397A64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20D31C5-3736-2846-216E-65E75C756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E61C4-B23C-0B4F-83E2-8F84E14B29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9253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A7F00D-7000-1A0D-8FEF-237273D58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C4A5552-3BB6-50AC-0606-B85923EE80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963408-A186-694F-CB7A-8EA4C6378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581EBB-CE7A-2483-7B9C-B6B1BB2FF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CB55C-EC1C-A44B-A25C-0686FFCB9BB4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40F0F6-E57F-8263-1CD1-502DA4B8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C8999F-D244-1CC3-A32F-7ACC9569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E61C4-B23C-0B4F-83E2-8F84E14B29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0466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A2DA6B-F3E9-DFC2-7684-AA9B9F5C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5664381-B717-DD0B-E3DA-9128912A0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003188-8653-4A6A-63D6-DAC9BBA87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CB55C-EC1C-A44B-A25C-0686FFCB9BB4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4FAADC-85B0-B0A0-EBC6-35049D880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70AFCF-6236-9E7E-2F44-EC025422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E61C4-B23C-0B4F-83E2-8F84E14B29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10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BF909E8-0314-3CA9-B017-E5AC2D127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FB75C55-F41D-453D-E911-784D16F9D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907F56-446C-B97D-BDDC-23122E4C0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CB55C-EC1C-A44B-A25C-0686FFCB9BB4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1F29CA-2106-1B9A-C933-962F553C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DCCA8E-71AB-C460-19B5-D7422B5F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E61C4-B23C-0B4F-83E2-8F84E14B29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8704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38F9846-4AF8-29C2-0C14-9BB393E87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720077-A265-5295-7477-BC223C92B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DF8BE0-1476-832F-ABB7-42D65BF73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DCB55C-EC1C-A44B-A25C-0686FFCB9BB4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CAEF02-BB2F-9C79-765F-16426BA89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389846-23BD-96ED-8958-C24F4C4FB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E61C4-B23C-0B4F-83E2-8F84E14B29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564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C7CB76-5209-1B55-740B-43917AF462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FDF0FB1-70E8-4B33-4316-D83E2C337F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9B328A-BB59-9CD4-2C1B-891D3C4446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 descr="Une image contenant Graphique, symbole, logo, graphisme&#10;&#10;Le contenu généré par l’IA peut être incorrect.">
            <a:extLst>
              <a:ext uri="{FF2B5EF4-FFF2-40B4-BE49-F238E27FC236}">
                <a16:creationId xmlns:a16="http://schemas.microsoft.com/office/drawing/2014/main" id="{BA314C11-725D-3DE8-D34A-B36A9E408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619" y="1605581"/>
            <a:ext cx="3300761" cy="330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4924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LARRAS Willem</dc:creator>
  <cp:lastModifiedBy>LARRAS Willem</cp:lastModifiedBy>
  <cp:revision>1</cp:revision>
  <dcterms:created xsi:type="dcterms:W3CDTF">2025-05-15T00:00:28Z</dcterms:created>
  <dcterms:modified xsi:type="dcterms:W3CDTF">2025-05-15T00:01:45Z</dcterms:modified>
</cp:coreProperties>
</file>